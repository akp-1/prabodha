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0"/>
            <a:ext cx="10911535" cy="0"/>
          </a:xfrm>
          <a:prstGeom prst="line">
            <a:avLst/>
          </a:prstGeom>
          <a:noFill/>
          <a:ln w="15240">
            <a:solidFill>
              <a:srgbClr val="D993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INSTITUTION MANAGEMENT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Project Report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API design, security, and the development journey of a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/ Prisma / PostgreSQL SaaS platform for coaching institutes.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889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Prem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9103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88920" y="4910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Class XI CS Faculty &amp; Full-Stack Developer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4772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88920" y="54772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Classes, Barhi, Hazaribagh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+ MBA (Dual Degree), DBS Global University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ERP/LMS, built and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as a working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 gives institute admins, teachers, students, and parents a single system for daily academic operations — attendance, timetabling, study materials, homework, and exam marks — with strict data isolation between institutes on the same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7764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445312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phases complete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361188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37764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51176" y="445312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models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42816" y="361188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42816" y="37764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52544" y="445312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361188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44184" y="37764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53912" y="445312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sessions logged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18120" y="2148840"/>
            <a:ext cx="3749040" cy="3977640"/>
          </a:xfrm>
          <a:prstGeom prst="roundRect">
            <a:avLst>
              <a:gd name="adj" fmla="val 2195"/>
            </a:avLst>
          </a:prstGeom>
          <a:solidFill>
            <a:srgbClr val="142A1C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6–7 · REMAINING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2926080"/>
            <a:ext cx="128016" cy="128016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7706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&amp; skeleton loaders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3639312"/>
            <a:ext cx="128016" cy="128016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34838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 migration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4352544"/>
            <a:ext cx="128016" cy="128016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1970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provisioning (Ubuntu, PM2, Nginx)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5065776"/>
            <a:ext cx="128016" cy="128016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910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SSL &amp; production secrets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single, type-safe stack from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to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042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D2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322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301752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— React Server Components + API Route Handlers in one repo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71416" y="210312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2584" y="23042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D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322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0096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72584" y="301752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mode; shared types between frontend and backend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302752" y="210312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3042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D2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322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71432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03920" y="301752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13 tables; parameterised queries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40080" y="4105656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3068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D2B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3251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45628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1248" y="5020056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on SQLite, production on PostgreSQL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471416" y="4105656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2584" y="43068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D2B"/>
          </a:solidFill>
          <a:ln/>
        </p:spPr>
      </p:sp>
      <p:sp>
        <p:nvSpPr>
          <p:cNvPr id="30" name="Text 28"/>
          <p:cNvSpPr/>
          <p:nvPr/>
        </p:nvSpPr>
        <p:spPr>
          <a:xfrm>
            <a:off x="4672584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0096" y="43251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0096" y="45628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672584" y="5020056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Bearer-token auth, salted password hashing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302752" y="4105656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43068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D2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71432" y="43251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71432" y="45628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503920" y="5020056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Pine / Saffron / Paper design system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follows the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five-step contract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2606040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33375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6791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apiFetch() attaches the JWT as an Authorization: Bearer header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706624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52928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606040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99232" y="33375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5808" y="386791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apiHandler() wraps the route in a single try/catch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919472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5776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606040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0" y="33375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48656" y="386791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requireAuth() decodes &amp; verifies the JWT — 401 if invalid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13232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78624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2606040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24928" y="33375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61504" y="386791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requireRole() checks the caller's role — 403 if disallowed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9345168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91472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77856" y="2606040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30" name="Text 28"/>
          <p:cNvSpPr/>
          <p:nvPr/>
        </p:nvSpPr>
        <p:spPr>
          <a:xfrm>
            <a:off x="10277856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37776" y="33375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query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74352" y="386791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Prisma call includes where: { instituteId }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cookies, no server-side session store — the JWT in localStorage is the only piece of client-held auth state, which is what keeps the backend fully stateless.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relational models, one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multi-tenancy rule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297680" cy="3931920"/>
          </a:xfrm>
          <a:prstGeom prst="roundRect">
            <a:avLst>
              <a:gd name="adj" fmla="val 2093"/>
            </a:avLst>
          </a:prstGeom>
          <a:solidFill>
            <a:srgbClr val="1F3D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single table carries an instituteId foreign key.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physically fails, rather than silently returning unscoped data, if a developer forgets to scope a query — proven the hard way when a user.sub / user.id mix-up was caught in testing.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5120640"/>
            <a:ext cx="3749040" cy="0"/>
          </a:xfrm>
          <a:prstGeom prst="line">
            <a:avLst/>
          </a:prstGeom>
          <a:noFill/>
          <a:ln w="9525">
            <a:solidFill>
              <a:srgbClr val="3C5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for people (isActive) · Hard delete for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21031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10312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35824" y="21031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27264" y="210312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(4 roles)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13848" y="21031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05288" y="210312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816352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81635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35824" y="2816352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 w="9525">
            <a:solidFill>
              <a:srgbClr val="D993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7264" y="281635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BatchSubjectTeacher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0213848" y="2816352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05288" y="281635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TimetableSlot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352958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52958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35824" y="352958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352958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AttendanceRecord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13848" y="352958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05288" y="352958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StudyMaterial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424281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424281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35824" y="424281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424281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213848" y="424281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05288" y="424281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/ Mark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4956048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5F1E7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49560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ParentStudentLink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57150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BatchSubjectTeacher is the central junction — “Teacher X teaches Subject Y to Batch Z” — that Timetable and Attendance both cascade from.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uniform, 45+ endpoint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surface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76272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7627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1671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28800" y="243230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logout, me, create-user, password reset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907792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90779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898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&amp; Subjects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28800" y="316382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bulk student assignment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639312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63931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630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Students &amp; Parents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28800" y="389534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soft delete, teacher-scoped student access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370832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37083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43616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Timetable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28800" y="462686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BatchSubjectTeacher CRUD + conflict-checked scheduling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102352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10235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/ Materials / Homework / Marks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828800" y="535838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content, and grading, with role-aware read/write scoping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40080" y="576072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833872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583387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28800" y="58247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Parent–Student Links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828800" y="608990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management with duplicate &amp; role validation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PROTECTION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 of defence,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into the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50008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2295144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parameterises every query — no raw string concatenation, ever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2350008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2295144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3368" y="2697480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auto-escapes all JSX-rendered variables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40080" y="3502152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70332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648456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4050792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Bearer-token auth via headers, not cookies — nothing for a browser to auto-attach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172200" y="3502152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70332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85432" y="3648456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73368" y="4050792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with a salt round; never stored in plain text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40080" y="4855464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056632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56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53312" y="5001768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leaks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5404104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apiHandler + requireAuth force every query to be instituteId-scoped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172200" y="4855464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BF7F0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368" y="5056632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056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85432" y="5001768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73368" y="5404104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4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validation — HTML minLength=8 client-side, Zod min(8) server-side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logged sessions, from 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scaffold to a full MVP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23544" y="2377440"/>
            <a:ext cx="0" cy="3291840"/>
          </a:xfrm>
          <a:prstGeom prst="line">
            <a:avLst/>
          </a:prstGeom>
          <a:noFill/>
          <a:ln w="25400">
            <a:solidFill>
              <a:srgbClr val="2C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04288"/>
            <a:ext cx="237744" cy="23774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762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2157984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Cleanup, Git init &amp; core Auth/Teachers APIs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4672" y="3172968"/>
            <a:ext cx="237744" cy="23774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449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3026664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Assignments, Timetable &amp; Attendance APIs — plus the user.sub scoping bug caught &amp; fixed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" y="4041648"/>
            <a:ext cx="237744" cy="23774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913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895344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Homework &amp; Marks APIs; every dashboard page wired off the mock store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" y="4910328"/>
            <a:ext cx="237744" cy="23774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823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25–26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764024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UI, password UX, and full Parent–Student linking — closing Phase 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76072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1B3624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ships an implementation plan, a task checklist, a walkthrough, and a changelog entry — the discipline this report is compiled from.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 shipped,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 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26771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2677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214884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Scaffold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88950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8895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27706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277063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Entity APIs &amp; UI Wiring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5112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2E7D46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51129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00200" y="339242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0" y="339242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Operations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14216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413308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2E7D4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133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00200" y="40142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0" y="401421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Assessments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636008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7548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2E7D4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7548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00200" y="463600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26080" y="463600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3D9AC"/>
          </a:solidFill>
          <a:ln w="9525">
            <a:solidFill>
              <a:srgbClr val="D993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537667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B4472A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3766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00200" y="52578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0" y="525780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Production Readiness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5879592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3D9AC"/>
          </a:solidFill>
          <a:ln w="9525">
            <a:solidFill>
              <a:srgbClr val="D993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599846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B4472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9984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600200" y="58795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587959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MVP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Razorpay/Stripe integration to auto-track fee instalments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64992" y="22860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4688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47872" y="31546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7872" y="365760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reusing the exact same REST APIs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089904" y="22860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24688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72784" y="31546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72784" y="365760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“Weak Subject Area” reports for parents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814816" y="22860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B3624"/>
          </a:solidFill>
          <a:ln w="12700">
            <a:solidFill>
              <a:srgbClr val="2C4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24688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97696" y="31546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97696" y="365760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locked-down MCQ portal that auto-grades into Marks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Prem  ·  Intern, Vector Classes  ·  B.Tech CSE + MBA, DBS Global University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3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PRABODHA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2026-08-01T08:54:20Z</dcterms:created>
  <dcterms:modified xsi:type="dcterms:W3CDTF">2026-08-01T08:54:20Z</dcterms:modified>
</cp:coreProperties>
</file>